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274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475488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640080" cy="640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828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KAVACH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27432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Vehicle Safety System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74320" y="1828800"/>
            <a:ext cx="5303520" cy="45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 Alert. Respond. Automatically.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74320" y="2834640"/>
            <a:ext cx="210312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Sensors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560320" y="2834640"/>
            <a:ext cx="210312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0604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 Levels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846320" y="2834640"/>
            <a:ext cx="210312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₹1500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743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COREsentinel  |  Anwesha Mohanty · Ariana Mohanty · Ashutosh Mishra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"/>
            <a:ext cx="1645920" cy="12801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066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731520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3152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31520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₹1500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recorded 1.8 lakh road deaths in 2024 — highest ever. Odisha alone: 700+ bus injuries (2022–24).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627632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1627632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Fatigue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2743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Microsleep &amp; sudden unconsciousness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93392" y="1417320"/>
            <a:ext cx="1627632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93392" y="1417320"/>
            <a:ext cx="162763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Failure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57400" y="2743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Overheating &amp; gas leaks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58184" y="1417320"/>
            <a:ext cx="1627632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58184" y="1417320"/>
            <a:ext cx="1627632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2192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22192" y="2743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&amp; unseen obstacles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22976" y="1417320"/>
            <a:ext cx="1627632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522976" y="1417320"/>
            <a:ext cx="1627632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6002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86984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Alert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86984" y="2743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post-impact notification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287768" y="1417320"/>
            <a:ext cx="1627632" cy="32918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87768" y="1417320"/>
            <a:ext cx="1627632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6002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51776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SOS System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51776" y="2743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auto-alert to authorities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public bus has a real-time, multi-parameter safety system today.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KAVACH?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ESP32-based vehicle safety system that uses 7 sensors to watch the bus every 500ms — automatically warning, alerting, cutting the engine, and calling for help.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50292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920240"/>
            <a:ext cx="80467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38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Before It Happens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continuous sensor scan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5029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14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2514600"/>
            <a:ext cx="80467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sensor combinations trigger critical alerts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502920" cy="411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3108960"/>
            <a:ext cx="80467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Alerts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Caution → L2 Warning → L3 Critical → L4 Emergency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502920" cy="41148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03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" y="3703320"/>
            <a:ext cx="80467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21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Emergency Response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3721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SOS with Bus ID if no response in 5s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50292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97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" y="4297680"/>
            <a:ext cx="804672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Scalable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₹1500 — fits any OSRTC, school or private bus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+ WiFi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+ SOS sender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68680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41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252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distance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868680"/>
            <a:ext cx="54864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941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252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presence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92024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2024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Humidity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temperature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92024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920240"/>
            <a:ext cx="54864" cy="9144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MQ-7 / MQ-135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Sensor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/ air quality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92024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1920240"/>
            <a:ext cx="54864" cy="9144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Sensor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297180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297180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044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Sensor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3558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Module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566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silence / microsleep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97180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2971800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044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33558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Sensor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3566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 / blind spot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97180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2971800"/>
            <a:ext cx="54864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044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I2C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09360" y="33558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3566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messages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402336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023360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alarm patterns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0" y="402336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4023360"/>
            <a:ext cx="54864" cy="9144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33756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37560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ignition at L3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72200" y="4023360"/>
            <a:ext cx="283464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72200" y="4023360"/>
            <a:ext cx="54864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×3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309360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09360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Yellow / 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560320" cy="39319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56032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8696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(INPUT)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35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 (Distance)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 (Presence)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494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 (Temperature)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MQ-7/135  (Gas/CO)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163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 (Crash)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 (Silence)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078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 (Blind Spot)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61488" y="2834640"/>
            <a:ext cx="6400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000" y="868680"/>
            <a:ext cx="2286000" cy="3931920"/>
          </a:xfrm>
          <a:prstGeom prst="rect">
            <a:avLst/>
          </a:prstGeom>
          <a:solidFill>
            <a:srgbClr val="0A1628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868680"/>
            <a:ext cx="228600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8869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5204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Fusion Engine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520440" y="32004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sensors every 500ms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Applies fusion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Decides alert level L1–L4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24/7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33288" y="2834640"/>
            <a:ext cx="64008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46520" y="868680"/>
            <a:ext cx="2468880" cy="39319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868680"/>
            <a:ext cx="2468880" cy="3657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64808" y="88696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399032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85800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alerts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05740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580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alarm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715768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58000" y="2670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85800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cutoff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374136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58000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858000" y="3602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to authorities</a:t>
            </a:r>
            <a:endParaRPr lang="en-US" sz="1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032504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58000" y="3986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×3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858000" y="42611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 FUSION LOGIC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sensor triggers a critical alert — only dangerous combinations 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54864" cy="54864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MQ-7 HIGH  +  DHT11 &gt; 50°C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Heat = Engine Fire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Relay OFF + Alarm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19656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19656"/>
            <a:ext cx="54864" cy="54864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65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PIR ABSENT  +  HC-SR04 &lt; 20cm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865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+ Obstacle = Collision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Relay OFF + Alarm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450592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450592"/>
            <a:ext cx="54864" cy="54864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96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Vibration Spike  +  PIR No Motion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Impact = Crash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→ Level 4 WiFi SOS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081528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81528"/>
            <a:ext cx="54864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PIR Absent  +  Sound Silent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127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+ Silence = Microsleep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127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Warning + Escalates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712464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712464"/>
            <a:ext cx="54864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58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MQ-7 HIGH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37581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Leak — Single Sensor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7581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Rhythmic Beep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343400"/>
            <a:ext cx="8686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343400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HC-SR04 &lt; 80cm alone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Nearby — Low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Single Beep every 3s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LEVELS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1463040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CAUTION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143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98755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Single sensor flag — obstacle &lt; 80cm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14600" y="140817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Single beep every 3s · LCD info · Green LED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8600" y="1938528"/>
            <a:ext cx="86868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938528"/>
            <a:ext cx="1463040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1984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8600" y="2395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6712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201168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Two-sensor combo / CO alone / Microsleep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14600" y="24323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Rhythmic double beep · Yellow LED · LCD warning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8600" y="2962656"/>
            <a:ext cx="86868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28600" y="2962656"/>
            <a:ext cx="1463040" cy="91440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8600" y="30083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28600" y="3419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191256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14600" y="30358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Fire risk / Collision / Crash detected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514600" y="345643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Continuous alarm · Red LED · Relay cuts ignition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28600" y="3986784"/>
            <a:ext cx="86868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28600" y="3986784"/>
            <a:ext cx="1463040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28600" y="4032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4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28600" y="4443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215384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4600" y="405993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No human response for 5+ seconds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514600" y="44805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ESP32 sends WiFi SOS with Bus ID to authorities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PIN CONNECTIONS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41248"/>
            <a:ext cx="36576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95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8595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859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859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24712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24712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143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1143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143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408176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408176"/>
            <a:ext cx="36576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14264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14264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Yellow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1426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1691640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1691640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17099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1709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1975104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1975104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19933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1993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2258568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2258568"/>
            <a:ext cx="36576" cy="2560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276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25880" y="22768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0200" y="22768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66160" y="22768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2542032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542032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60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325880" y="25603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00200" y="2560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66160" y="2560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2825496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2825496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843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25880" y="28437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600200" y="28437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66160" y="28437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841248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841248"/>
            <a:ext cx="36576" cy="2560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8595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06440" y="8595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0760" y="859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Green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0" y="859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1124712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1124712"/>
            <a:ext cx="36576" cy="25603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806440" y="1143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080760" y="1143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46720" y="1143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09160" y="1408176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1408176"/>
            <a:ext cx="36576" cy="25603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1426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27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806440" y="14264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080760" y="14264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Red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046720" y="1426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09160" y="1691640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09160" y="1691640"/>
            <a:ext cx="36576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0600" y="1709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32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806440" y="17099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080760" y="17099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Sensor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046720" y="17099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09160" y="1975104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9160" y="1975104"/>
            <a:ext cx="36576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0060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33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806440" y="19933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080760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046720" y="1993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09160" y="2258568"/>
            <a:ext cx="420624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2258568"/>
            <a:ext cx="36576" cy="25603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00600" y="2276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34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806440" y="22768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080760" y="22768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MQ-7 / MQ-135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046720" y="22768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709160" y="2542032"/>
            <a:ext cx="4206240" cy="256032"/>
          </a:xfrm>
          <a:prstGeom prst="rect">
            <a:avLst/>
          </a:prstGeom>
          <a:solidFill>
            <a:srgbClr val="0D1F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09160" y="2542032"/>
            <a:ext cx="36576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00600" y="2560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806440" y="25603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080760" y="2560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046720" y="2560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040" y="47000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VIN → All sensor VCC  |  GND → All sensor GND  |  10kΩ on DHT11 DATA  |  220Ω on each LED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EMERGENCY NOTIFICATION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Level 4 triggers — ESP32 instantly sends a Telegram alert to authorities.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645920" cy="914400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29968" y="1691640"/>
            <a:ext cx="4754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645920" cy="91440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34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78808" y="1691640"/>
            <a:ext cx="4754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64592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34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7648" y="1691640"/>
            <a:ext cx="4754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1645920" cy="91440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34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2423160"/>
            <a:ext cx="6400800" cy="2331720"/>
          </a:xfrm>
          <a:prstGeom prst="rect">
            <a:avLst/>
          </a:prstGeom>
          <a:solidFill>
            <a:srgbClr val="0D1F35"/>
          </a:solidFill>
          <a:ln w="25400">
            <a:solidFill>
              <a:srgbClr val="229E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423160"/>
            <a:ext cx="6400800" cy="36576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4414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—  KavachAlertBot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450592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54480" y="28346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KAVACH EMERGENCY ALERT 🚨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Bus ID  : OSRTC-BUS-07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    : CRASH DETECTED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: No response for 5 seconds
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: Ignition cut. Help needed!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KAVACH v2.0 Auto Alert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200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830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KAVACH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274320" y="2697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Alert  ·  Respond  ·  Automatically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3291840"/>
            <a:ext cx="20116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3337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37160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31920" y="3291840"/>
            <a:ext cx="20116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3337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93192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Levels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3291840"/>
            <a:ext cx="201168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337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₹1500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49224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COREsentinel  |  OUTR  |  Anwesha Mohanty · Ariana Mohanty · Ashutosh Mishra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– Intelligent Vehicle Safety System</dc:title>
  <dc:subject>PptxGenJS Presentation</dc:subject>
  <dc:creator>PptxGenJS</dc:creator>
  <cp:lastModifiedBy>PptxGenJS</cp:lastModifiedBy>
  <cp:revision>1</cp:revision>
  <dcterms:created xsi:type="dcterms:W3CDTF">2026-03-07T02:30:45Z</dcterms:created>
  <dcterms:modified xsi:type="dcterms:W3CDTF">2026-03-07T02:30:45Z</dcterms:modified>
</cp:coreProperties>
</file>